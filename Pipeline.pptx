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FF99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6CAA25-9A8A-4ED7-BAAF-6997F7DC0827}" v="51" dt="2024-08-08T09:06:42.6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96" d="100"/>
          <a:sy n="96" d="100"/>
        </p:scale>
        <p:origin x="324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13B5-712B-D6A8-75E9-13D0F6A65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7C9DD-0468-A7BA-EA7F-22E584307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36D8E-6F01-765F-FD12-3DB5A7DDD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DA53-3008-4184-BCD3-229ED9209740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190DC-A98A-DD68-EEBC-C9C615870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D83D2-6A3C-AD3D-237F-B3DC2A8E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1BBC7-5A42-4013-918A-68922F90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297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4E1B4-864B-B03C-1CD9-197272C2C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1417E-CD73-D15F-00E1-BE75D45BB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F5AFC-D415-D7CD-5BAE-854F14BB8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DA53-3008-4184-BCD3-229ED9209740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216D1-1FC3-9B87-A3F5-73AF06021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E08BF-1486-5D37-2397-6DE37322C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1BBC7-5A42-4013-918A-68922F90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16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D6B0B-A0B3-24D8-47EC-7E681FB07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7894E-3F96-B94F-F9BF-D598F51DF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70B69-41D0-0C0C-D0DB-B529A2F7A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DA53-3008-4184-BCD3-229ED9209740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D78AA-9328-DFE2-BF49-96F94A768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AF2F9-FC28-F353-E6E7-77C324565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1BBC7-5A42-4013-918A-68922F90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630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459B-F8A6-7BBA-4836-424810322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58FD9-A466-B081-35B3-086C4CA22E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9BD1F1-C288-251E-3ABA-3E11EA904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897AE-F484-1FF8-1D60-95506CE44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DA53-3008-4184-BCD3-229ED9209740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09068-43F9-8BE1-2565-06871C160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22AF3-2AD9-91DB-1437-D74EB3465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1BBC7-5A42-4013-918A-68922F90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02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0ECE4-9251-0408-B88C-FAB16F0CB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CB314-877E-7A27-5373-C45473AE9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2F0DB1-CC0A-4F70-964F-E5025CFF5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A13F5-FCA4-C0CE-7629-AB2ADB8058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0A3A2B-8F62-B2A7-D653-ECFA8DBEB4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21FD5D-A99C-CBDA-1C23-8F333077A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DA53-3008-4184-BCD3-229ED9209740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F2F0F-5F2E-1F2D-067F-585095067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CDC6D-1EBE-9DEB-ED9B-570642B4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1BBC7-5A42-4013-918A-68922F90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090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AC818-4A2C-BF49-5211-8D56B9EAE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8E6947-3F7E-1374-AE4C-B384FAC50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DA53-3008-4184-BCD3-229ED9209740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C54F45-F613-D94E-A539-F24B6481E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0A7830-DBB3-D49E-05F0-428D2D91A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1BBC7-5A42-4013-918A-68922F90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069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C539BE-DADF-FBD9-9EFB-B221476FF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DA53-3008-4184-BCD3-229ED9209740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9F41E0-F473-5121-7F94-6D1782378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9223C-9C04-A3BB-5B33-9807D4DCC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1BBC7-5A42-4013-918A-68922F90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26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FE30-2D26-39E0-2D62-841C72263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361EF-338D-128C-6026-41DE1BC8C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B7BBD-9B3D-08BF-8756-561B77CC8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E6CD8-B9FA-F925-D43A-A6B122401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DA53-3008-4184-BCD3-229ED9209740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01E28F-4F14-72FC-AE67-249CAB85D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4AEE93-4914-F62A-A08E-592E45719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1BBC7-5A42-4013-918A-68922F90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8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29B91-59B5-5D2D-9892-DD3FBAF28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01740E-6C23-812C-2135-212DA45E7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8E675-418B-D0A0-CE07-357A4C175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899B9-77E5-ED24-7111-BCCDA7ECE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DA53-3008-4184-BCD3-229ED9209740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1A7AA-2953-5479-BB88-CC5E24354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A240B-EADA-F3C4-6359-8B131759A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1BBC7-5A42-4013-918A-68922F90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42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0665-2C01-6430-5A12-8BA01A4DA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35228C-AB55-68B4-CF96-E1E7151AF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DCECB-B0E7-08C2-17A6-ADD87689D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DA53-3008-4184-BCD3-229ED9209740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D37CDD-62CA-392D-5467-A88025DF2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00114-4C88-7921-5CD7-DFD49AE8F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1BBC7-5A42-4013-918A-68922F90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2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D36D14-EEA7-115F-705E-D7A495020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3CA71F-0D46-E698-ABBE-DBEE31261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EA983-D301-46C5-4DD3-43E6AC994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7DA53-3008-4184-BCD3-229ED9209740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3606A-6207-4A9C-3FA0-4F52193AF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933557-8196-AA3A-38D1-B3348213F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1BBC7-5A42-4013-918A-68922F90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926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D81749-B24D-F4CC-4768-93C482383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C8B4BB-0F2E-7C4A-2400-8577FFCEF3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278ED-0D17-C414-4258-5DCE686996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87DA53-3008-4184-BCD3-229ED9209740}" type="datetimeFigureOut">
              <a:rPr lang="en-US" smtClean="0"/>
              <a:t>8/7/2024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65381-8226-95AF-9B0B-768B819CE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50D64-D1D2-E987-4C90-B4284D28C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B1BBC7-5A42-4013-918A-68922F90C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03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FA1E-03EB-16D4-2EE0-EE6A0AF8D8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23236-7F46-285B-66E5-C923152190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86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4BC96B-F088-1EE2-9B8B-DA48AC909CE2}"/>
              </a:ext>
            </a:extLst>
          </p:cNvPr>
          <p:cNvSpPr/>
          <p:nvPr/>
        </p:nvSpPr>
        <p:spPr>
          <a:xfrm>
            <a:off x="2448322" y="1176979"/>
            <a:ext cx="1129084" cy="71656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C2C6458-8FCF-BBD7-9E03-719D124C9D3B}"/>
              </a:ext>
            </a:extLst>
          </p:cNvPr>
          <p:cNvSpPr/>
          <p:nvPr/>
        </p:nvSpPr>
        <p:spPr>
          <a:xfrm>
            <a:off x="587712" y="1176979"/>
            <a:ext cx="1645920" cy="71656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50CC08-D4B4-0813-E036-BB215D8D2D7D}"/>
              </a:ext>
            </a:extLst>
          </p:cNvPr>
          <p:cNvSpPr txBox="1"/>
          <p:nvPr/>
        </p:nvSpPr>
        <p:spPr>
          <a:xfrm>
            <a:off x="858049" y="1212097"/>
            <a:ext cx="1105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Vision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388152-5A6A-709A-117D-9169E8340DB1}"/>
              </a:ext>
            </a:extLst>
          </p:cNvPr>
          <p:cNvSpPr txBox="1"/>
          <p:nvPr/>
        </p:nvSpPr>
        <p:spPr>
          <a:xfrm>
            <a:off x="2448322" y="1203007"/>
            <a:ext cx="1129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8BD038E-6B74-3A08-8DA5-DAB86DE8FDE5}"/>
              </a:ext>
            </a:extLst>
          </p:cNvPr>
          <p:cNvCxnSpPr>
            <a:cxnSpLocks/>
          </p:cNvCxnSpPr>
          <p:nvPr/>
        </p:nvCxnSpPr>
        <p:spPr>
          <a:xfrm flipH="1">
            <a:off x="1410664" y="1921508"/>
            <a:ext cx="1" cy="13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FBB6B28-B4C1-6A94-8AD6-5B9F31191A06}"/>
              </a:ext>
            </a:extLst>
          </p:cNvPr>
          <p:cNvSpPr/>
          <p:nvPr/>
        </p:nvSpPr>
        <p:spPr>
          <a:xfrm>
            <a:off x="649484" y="2101662"/>
            <a:ext cx="242508" cy="11927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0F9D2F0-474B-AAA7-084E-7380C003F176}"/>
              </a:ext>
            </a:extLst>
          </p:cNvPr>
          <p:cNvSpPr/>
          <p:nvPr/>
        </p:nvSpPr>
        <p:spPr>
          <a:xfrm>
            <a:off x="966876" y="2099010"/>
            <a:ext cx="242508" cy="11927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A410EFD-5A38-32C0-9716-7DBBEE0E5A41}"/>
              </a:ext>
            </a:extLst>
          </p:cNvPr>
          <p:cNvSpPr/>
          <p:nvPr/>
        </p:nvSpPr>
        <p:spPr>
          <a:xfrm>
            <a:off x="1284268" y="2099009"/>
            <a:ext cx="242508" cy="11927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1B7BF9E-90BF-8B78-9F2D-5B8FA8D627EF}"/>
              </a:ext>
            </a:extLst>
          </p:cNvPr>
          <p:cNvSpPr/>
          <p:nvPr/>
        </p:nvSpPr>
        <p:spPr>
          <a:xfrm>
            <a:off x="1611590" y="2099010"/>
            <a:ext cx="242508" cy="11927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0C8FCBE-11A2-067F-23A3-363B6314F398}"/>
              </a:ext>
            </a:extLst>
          </p:cNvPr>
          <p:cNvSpPr/>
          <p:nvPr/>
        </p:nvSpPr>
        <p:spPr>
          <a:xfrm>
            <a:off x="1938912" y="2099009"/>
            <a:ext cx="242508" cy="119273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25B1492B-608C-5B79-EE3F-C3F713B8B4AF}"/>
              </a:ext>
            </a:extLst>
          </p:cNvPr>
          <p:cNvCxnSpPr>
            <a:cxnSpLocks/>
          </p:cNvCxnSpPr>
          <p:nvPr/>
        </p:nvCxnSpPr>
        <p:spPr>
          <a:xfrm>
            <a:off x="3026111" y="1921507"/>
            <a:ext cx="0" cy="137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90B3BAE-6DE3-8ED6-C4D6-84AD3485C00F}"/>
              </a:ext>
            </a:extLst>
          </p:cNvPr>
          <p:cNvSpPr/>
          <p:nvPr/>
        </p:nvSpPr>
        <p:spPr>
          <a:xfrm>
            <a:off x="2573703" y="2099009"/>
            <a:ext cx="242508" cy="119273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37EBCB3-A84D-48E8-D0D1-0E5921BFB46B}"/>
              </a:ext>
            </a:extLst>
          </p:cNvPr>
          <p:cNvSpPr/>
          <p:nvPr/>
        </p:nvSpPr>
        <p:spPr>
          <a:xfrm>
            <a:off x="2901025" y="2099010"/>
            <a:ext cx="242508" cy="119273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F337BC9-A5DD-8E24-03AC-8388D4D4007D}"/>
              </a:ext>
            </a:extLst>
          </p:cNvPr>
          <p:cNvSpPr/>
          <p:nvPr/>
        </p:nvSpPr>
        <p:spPr>
          <a:xfrm>
            <a:off x="3228347" y="2099009"/>
            <a:ext cx="242508" cy="119273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068410E-A80D-ABE5-6F20-3A56980BB96A}"/>
              </a:ext>
            </a:extLst>
          </p:cNvPr>
          <p:cNvSpPr/>
          <p:nvPr/>
        </p:nvSpPr>
        <p:spPr>
          <a:xfrm rot="16200000">
            <a:off x="1759397" y="1265794"/>
            <a:ext cx="646332" cy="2989688"/>
          </a:xfrm>
          <a:prstGeom prst="roundRect">
            <a:avLst/>
          </a:prstGeom>
          <a:gradFill>
            <a:gsLst>
              <a:gs pos="0">
                <a:schemeClr val="tx2">
                  <a:lumMod val="25000"/>
                  <a:lumOff val="75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E34DAF5-85BF-1789-0F38-8782C2521CF6}"/>
              </a:ext>
            </a:extLst>
          </p:cNvPr>
          <p:cNvCxnSpPr>
            <a:cxnSpLocks/>
          </p:cNvCxnSpPr>
          <p:nvPr/>
        </p:nvCxnSpPr>
        <p:spPr>
          <a:xfrm>
            <a:off x="1409641" y="2262664"/>
            <a:ext cx="0" cy="134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6076BC1-C3A7-E1C9-FAE4-D2321FFE1E6B}"/>
              </a:ext>
            </a:extLst>
          </p:cNvPr>
          <p:cNvCxnSpPr>
            <a:cxnSpLocks/>
          </p:cNvCxnSpPr>
          <p:nvPr/>
        </p:nvCxnSpPr>
        <p:spPr>
          <a:xfrm>
            <a:off x="3026398" y="2258545"/>
            <a:ext cx="0" cy="1386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7CA79D9-08BB-248C-A097-7B081D7C108B}"/>
              </a:ext>
            </a:extLst>
          </p:cNvPr>
          <p:cNvSpPr txBox="1"/>
          <p:nvPr/>
        </p:nvSpPr>
        <p:spPr>
          <a:xfrm>
            <a:off x="1053988" y="2570877"/>
            <a:ext cx="2089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Attention Layers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993082E-34B7-075E-8F6E-D6044B262C73}"/>
              </a:ext>
            </a:extLst>
          </p:cNvPr>
          <p:cNvSpPr/>
          <p:nvPr/>
        </p:nvSpPr>
        <p:spPr>
          <a:xfrm rot="16200000">
            <a:off x="1903248" y="1829602"/>
            <a:ext cx="369332" cy="2989688"/>
          </a:xfrm>
          <a:prstGeom prst="roundRect">
            <a:avLst/>
          </a:prstGeom>
          <a:gradFill>
            <a:gsLst>
              <a:gs pos="0">
                <a:schemeClr val="tx2">
                  <a:lumMod val="25000"/>
                  <a:lumOff val="75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A155A4-117B-8A06-273E-BDD110DD2D53}"/>
              </a:ext>
            </a:extLst>
          </p:cNvPr>
          <p:cNvSpPr txBox="1"/>
          <p:nvPr/>
        </p:nvSpPr>
        <p:spPr>
          <a:xfrm>
            <a:off x="1104606" y="3139780"/>
            <a:ext cx="2089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Joint Quantization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541AAEC-CE97-277F-7FE3-CB8BEC54E8A7}"/>
              </a:ext>
            </a:extLst>
          </p:cNvPr>
          <p:cNvSpPr/>
          <p:nvPr/>
        </p:nvSpPr>
        <p:spPr>
          <a:xfrm>
            <a:off x="649484" y="3720206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1945DA4-EB33-3C59-9DF3-DD38ADCCF5D7}"/>
              </a:ext>
            </a:extLst>
          </p:cNvPr>
          <p:cNvSpPr/>
          <p:nvPr/>
        </p:nvSpPr>
        <p:spPr>
          <a:xfrm>
            <a:off x="966876" y="3717554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AE4A9D2F-F26F-BF1C-1E0B-4E9B71803049}"/>
              </a:ext>
            </a:extLst>
          </p:cNvPr>
          <p:cNvSpPr/>
          <p:nvPr/>
        </p:nvSpPr>
        <p:spPr>
          <a:xfrm>
            <a:off x="1284268" y="3717553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3A05ECBC-755F-869C-0D0C-D9DC81FC5F94}"/>
              </a:ext>
            </a:extLst>
          </p:cNvPr>
          <p:cNvSpPr/>
          <p:nvPr/>
        </p:nvSpPr>
        <p:spPr>
          <a:xfrm>
            <a:off x="1611590" y="3717554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3C9378F-1F50-EB18-D716-04A04765F2F1}"/>
              </a:ext>
            </a:extLst>
          </p:cNvPr>
          <p:cNvSpPr/>
          <p:nvPr/>
        </p:nvSpPr>
        <p:spPr>
          <a:xfrm>
            <a:off x="1938912" y="3717553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F342EA1-0391-3F4F-7F14-0A25C4EABB02}"/>
              </a:ext>
            </a:extLst>
          </p:cNvPr>
          <p:cNvSpPr/>
          <p:nvPr/>
        </p:nvSpPr>
        <p:spPr>
          <a:xfrm>
            <a:off x="2573703" y="3717553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3AB46FC-638F-516C-184E-86C5E0E082E1}"/>
              </a:ext>
            </a:extLst>
          </p:cNvPr>
          <p:cNvSpPr/>
          <p:nvPr/>
        </p:nvSpPr>
        <p:spPr>
          <a:xfrm>
            <a:off x="2901025" y="3717554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EA69F016-EBEB-9BAC-A3C5-D7F855723B2C}"/>
              </a:ext>
            </a:extLst>
          </p:cNvPr>
          <p:cNvSpPr/>
          <p:nvPr/>
        </p:nvSpPr>
        <p:spPr>
          <a:xfrm>
            <a:off x="3228347" y="3717553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25000"/>
                  <a:lumOff val="75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5A200D4-B4AD-372E-1633-314008538A4A}"/>
              </a:ext>
            </a:extLst>
          </p:cNvPr>
          <p:cNvCxnSpPr>
            <a:cxnSpLocks/>
          </p:cNvCxnSpPr>
          <p:nvPr/>
        </p:nvCxnSpPr>
        <p:spPr>
          <a:xfrm flipH="1">
            <a:off x="1410664" y="3553388"/>
            <a:ext cx="1" cy="13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513D3BA-2C8A-2F72-2431-A849F8E5FC9A}"/>
              </a:ext>
            </a:extLst>
          </p:cNvPr>
          <p:cNvCxnSpPr>
            <a:cxnSpLocks/>
          </p:cNvCxnSpPr>
          <p:nvPr/>
        </p:nvCxnSpPr>
        <p:spPr>
          <a:xfrm>
            <a:off x="3026111" y="3553387"/>
            <a:ext cx="0" cy="137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5C653B1-7B55-D43A-3A50-5FB16D22DDDC}"/>
              </a:ext>
            </a:extLst>
          </p:cNvPr>
          <p:cNvSpPr/>
          <p:nvPr/>
        </p:nvSpPr>
        <p:spPr>
          <a:xfrm>
            <a:off x="2448322" y="4024053"/>
            <a:ext cx="1129084" cy="71656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14818451-3434-3DE6-6097-082472F3FB55}"/>
              </a:ext>
            </a:extLst>
          </p:cNvPr>
          <p:cNvSpPr/>
          <p:nvPr/>
        </p:nvSpPr>
        <p:spPr>
          <a:xfrm>
            <a:off x="587712" y="4024053"/>
            <a:ext cx="1645920" cy="716568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40543AD-8BD3-8CE5-8EEA-B11781037A4A}"/>
              </a:ext>
            </a:extLst>
          </p:cNvPr>
          <p:cNvSpPr txBox="1"/>
          <p:nvPr/>
        </p:nvSpPr>
        <p:spPr>
          <a:xfrm>
            <a:off x="858049" y="4059171"/>
            <a:ext cx="11052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Vision</a:t>
            </a:r>
          </a:p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Decoder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ED1F74A-5CFD-BED1-C5FD-ED7E743C7585}"/>
              </a:ext>
            </a:extLst>
          </p:cNvPr>
          <p:cNvSpPr txBox="1"/>
          <p:nvPr/>
        </p:nvSpPr>
        <p:spPr>
          <a:xfrm>
            <a:off x="2448322" y="4050081"/>
            <a:ext cx="1129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</a:p>
          <a:p>
            <a:pPr algn="ctr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coder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401B9F2-A8EC-0CE8-D2CA-A0BD039A09F1}"/>
              </a:ext>
            </a:extLst>
          </p:cNvPr>
          <p:cNvCxnSpPr>
            <a:cxnSpLocks/>
          </p:cNvCxnSpPr>
          <p:nvPr/>
        </p:nvCxnSpPr>
        <p:spPr>
          <a:xfrm flipH="1">
            <a:off x="1410664" y="3861465"/>
            <a:ext cx="1" cy="13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6A0C9C3-E27B-F411-F45A-E4761FA1367E}"/>
              </a:ext>
            </a:extLst>
          </p:cNvPr>
          <p:cNvCxnSpPr>
            <a:cxnSpLocks/>
          </p:cNvCxnSpPr>
          <p:nvPr/>
        </p:nvCxnSpPr>
        <p:spPr>
          <a:xfrm>
            <a:off x="3026111" y="3861464"/>
            <a:ext cx="0" cy="1379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F3ACFC0D-3CFE-3317-14BD-64B9966EFF64}"/>
              </a:ext>
            </a:extLst>
          </p:cNvPr>
          <p:cNvSpPr/>
          <p:nvPr/>
        </p:nvSpPr>
        <p:spPr>
          <a:xfrm>
            <a:off x="4042275" y="2680390"/>
            <a:ext cx="6081664" cy="64405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Mistral 7B</a:t>
            </a:r>
            <a:endParaRPr 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9E981FD-C57B-DA54-241B-76CA76155056}"/>
              </a:ext>
            </a:extLst>
          </p:cNvPr>
          <p:cNvSpPr/>
          <p:nvPr/>
        </p:nvSpPr>
        <p:spPr>
          <a:xfrm>
            <a:off x="587712" y="3647532"/>
            <a:ext cx="2989694" cy="2627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740615C2-22F4-364A-6FF7-2D4D63091906}"/>
              </a:ext>
            </a:extLst>
          </p:cNvPr>
          <p:cNvCxnSpPr/>
          <p:nvPr/>
        </p:nvCxnSpPr>
        <p:spPr>
          <a:xfrm>
            <a:off x="3705225" y="3777189"/>
            <a:ext cx="2667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EC36505F-EB41-0555-71A7-14954358853B}"/>
              </a:ext>
            </a:extLst>
          </p:cNvPr>
          <p:cNvSpPr/>
          <p:nvPr/>
        </p:nvSpPr>
        <p:spPr>
          <a:xfrm>
            <a:off x="6269111" y="3588478"/>
            <a:ext cx="1718948" cy="37742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Projector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ADA75CAA-6532-8291-4D61-CA1F328DACFB}"/>
              </a:ext>
            </a:extLst>
          </p:cNvPr>
          <p:cNvCxnSpPr>
            <a:cxnSpLocks/>
          </p:cNvCxnSpPr>
          <p:nvPr/>
        </p:nvCxnSpPr>
        <p:spPr>
          <a:xfrm flipV="1">
            <a:off x="7130226" y="3367878"/>
            <a:ext cx="0" cy="1627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328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03">
            <a:extLst>
              <a:ext uri="{FF2B5EF4-FFF2-40B4-BE49-F238E27FC236}">
                <a16:creationId xmlns:a16="http://schemas.microsoft.com/office/drawing/2014/main" id="{AB67B1A0-AF5B-E760-A77A-E23FDA8F2C5C}"/>
              </a:ext>
            </a:extLst>
          </p:cNvPr>
          <p:cNvSpPr/>
          <p:nvPr/>
        </p:nvSpPr>
        <p:spPr>
          <a:xfrm>
            <a:off x="2925968" y="627083"/>
            <a:ext cx="8056650" cy="352205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9058EFF-85D0-3ED6-C59D-9D34088E9123}"/>
              </a:ext>
            </a:extLst>
          </p:cNvPr>
          <p:cNvSpPr/>
          <p:nvPr/>
        </p:nvSpPr>
        <p:spPr>
          <a:xfrm>
            <a:off x="330481" y="632625"/>
            <a:ext cx="2599362" cy="35240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AAA01E-DC6E-540E-409F-48F60845389E}"/>
              </a:ext>
            </a:extLst>
          </p:cNvPr>
          <p:cNvSpPr/>
          <p:nvPr/>
        </p:nvSpPr>
        <p:spPr>
          <a:xfrm>
            <a:off x="1854098" y="1568373"/>
            <a:ext cx="843515" cy="227381"/>
          </a:xfrm>
          <a:prstGeom prst="roundRect">
            <a:avLst>
              <a:gd name="adj" fmla="val 18181"/>
            </a:avLst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1490317-A196-A725-43E8-F059F65BC34B}"/>
              </a:ext>
            </a:extLst>
          </p:cNvPr>
          <p:cNvSpPr/>
          <p:nvPr/>
        </p:nvSpPr>
        <p:spPr>
          <a:xfrm>
            <a:off x="587712" y="1570492"/>
            <a:ext cx="1201330" cy="21755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902F0A-84D7-17EB-E209-B8CD87E5ABFA}"/>
              </a:ext>
            </a:extLst>
          </p:cNvPr>
          <p:cNvSpPr txBox="1"/>
          <p:nvPr/>
        </p:nvSpPr>
        <p:spPr>
          <a:xfrm>
            <a:off x="694502" y="1556415"/>
            <a:ext cx="10107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Dinov2-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Enc.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3BDD8E-E838-5F23-150D-5C524E70109C}"/>
              </a:ext>
            </a:extLst>
          </p:cNvPr>
          <p:cNvSpPr txBox="1"/>
          <p:nvPr/>
        </p:nvSpPr>
        <p:spPr>
          <a:xfrm>
            <a:off x="1810457" y="1543505"/>
            <a:ext cx="934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MLP-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Enc.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0F1B521-ACDF-0BBA-FA95-55D5124CD0D4}"/>
              </a:ext>
            </a:extLst>
          </p:cNvPr>
          <p:cNvSpPr/>
          <p:nvPr/>
        </p:nvSpPr>
        <p:spPr>
          <a:xfrm rot="16200000">
            <a:off x="1528545" y="904174"/>
            <a:ext cx="228244" cy="2109895"/>
          </a:xfrm>
          <a:prstGeom prst="round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FFFCC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E000A0-98A3-FCE3-333D-5A65D8588D6B}"/>
              </a:ext>
            </a:extLst>
          </p:cNvPr>
          <p:cNvSpPr txBox="1"/>
          <p:nvPr/>
        </p:nvSpPr>
        <p:spPr>
          <a:xfrm>
            <a:off x="608068" y="1821910"/>
            <a:ext cx="2089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Attention Fusion Module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8357949-BBB2-1C5C-6635-C5396E51095A}"/>
              </a:ext>
            </a:extLst>
          </p:cNvPr>
          <p:cNvSpPr/>
          <p:nvPr/>
        </p:nvSpPr>
        <p:spPr>
          <a:xfrm>
            <a:off x="621326" y="3166506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FFFCC"/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473260A-16DA-024A-77DC-BB042F8BD627}"/>
              </a:ext>
            </a:extLst>
          </p:cNvPr>
          <p:cNvCxnSpPr>
            <a:cxnSpLocks/>
          </p:cNvCxnSpPr>
          <p:nvPr/>
        </p:nvCxnSpPr>
        <p:spPr>
          <a:xfrm flipH="1">
            <a:off x="1642664" y="2080391"/>
            <a:ext cx="1" cy="13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3C8DF4A-08BB-37BB-0A5C-B6DB9AD06143}"/>
              </a:ext>
            </a:extLst>
          </p:cNvPr>
          <p:cNvGrpSpPr/>
          <p:nvPr/>
        </p:nvGrpSpPr>
        <p:grpSpPr>
          <a:xfrm>
            <a:off x="921445" y="2216343"/>
            <a:ext cx="1434110" cy="807122"/>
            <a:chOff x="921445" y="2216343"/>
            <a:chExt cx="1434110" cy="807122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A4E11B79-257E-4051-2F91-D40FACB406A2}"/>
                </a:ext>
              </a:extLst>
            </p:cNvPr>
            <p:cNvSpPr/>
            <p:nvPr/>
          </p:nvSpPr>
          <p:spPr>
            <a:xfrm rot="16200000">
              <a:off x="1256814" y="1890118"/>
              <a:ext cx="763371" cy="1434110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100000">
                  <a:srgbClr val="FFFFCC"/>
                </a:gs>
              </a:gsLst>
              <a:lin ang="540000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94E17BA-AB5F-B2F0-3ADB-08D2C3708559}"/>
                </a:ext>
              </a:extLst>
            </p:cNvPr>
            <p:cNvSpPr txBox="1"/>
            <p:nvPr/>
          </p:nvSpPr>
          <p:spPr>
            <a:xfrm>
              <a:off x="921445" y="2216343"/>
              <a:ext cx="143410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dirty="0">
                  <a:latin typeface="Arial" panose="020B0604020202020204" pitchFamily="34" charset="0"/>
                  <a:cs typeface="Arial" panose="020B0604020202020204" pitchFamily="34" charset="0"/>
                </a:rPr>
                <a:t>Joint Codebook</a:t>
              </a:r>
              <a:endParaRPr lang="en-US" sz="12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8F34767D-BB00-1594-5D99-59085D1EF88D}"/>
                </a:ext>
              </a:extLst>
            </p:cNvPr>
            <p:cNvGrpSpPr/>
            <p:nvPr/>
          </p:nvGrpSpPr>
          <p:grpSpPr>
            <a:xfrm>
              <a:off x="1047074" y="2450732"/>
              <a:ext cx="1182849" cy="370288"/>
              <a:chOff x="1093006" y="3429691"/>
              <a:chExt cx="1182849" cy="370288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C3A34371-E07D-3B63-DEB1-A0E9DF66897C}"/>
                  </a:ext>
                </a:extLst>
              </p:cNvPr>
              <p:cNvSpPr/>
              <p:nvPr/>
            </p:nvSpPr>
            <p:spPr>
              <a:xfrm>
                <a:off x="1093008" y="3429691"/>
                <a:ext cx="1182847" cy="93486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FB0F1476-0567-5756-8D27-AB299D50CA8E}"/>
                  </a:ext>
                </a:extLst>
              </p:cNvPr>
              <p:cNvSpPr/>
              <p:nvPr/>
            </p:nvSpPr>
            <p:spPr>
              <a:xfrm>
                <a:off x="1093007" y="3520984"/>
                <a:ext cx="1182847" cy="93486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9CEBEC3B-C5EB-EFED-016B-3626B1A18945}"/>
                  </a:ext>
                </a:extLst>
              </p:cNvPr>
              <p:cNvSpPr/>
              <p:nvPr/>
            </p:nvSpPr>
            <p:spPr>
              <a:xfrm>
                <a:off x="1093007" y="3615200"/>
                <a:ext cx="1182847" cy="93486"/>
              </a:xfrm>
              <a:prstGeom prst="rect">
                <a:avLst/>
              </a:prstGeom>
              <a:solidFill>
                <a:srgbClr val="FFFFCC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5DB1B8B6-4AFF-1FAA-A809-11E1655BC7E9}"/>
                  </a:ext>
                </a:extLst>
              </p:cNvPr>
              <p:cNvSpPr/>
              <p:nvPr/>
            </p:nvSpPr>
            <p:spPr>
              <a:xfrm>
                <a:off x="1093006" y="3706493"/>
                <a:ext cx="1182847" cy="93486"/>
              </a:xfrm>
              <a:prstGeom prst="rect">
                <a:avLst/>
              </a:prstGeom>
              <a:solidFill>
                <a:srgbClr val="FFFF9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90DDD6F-B78A-BCAC-23AF-891662A13517}"/>
                </a:ext>
              </a:extLst>
            </p:cNvPr>
            <p:cNvSpPr txBox="1"/>
            <p:nvPr/>
          </p:nvSpPr>
          <p:spPr>
            <a:xfrm>
              <a:off x="1536423" y="2801160"/>
              <a:ext cx="371902" cy="2223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30000"/>
                </a:lnSpc>
              </a:pPr>
              <a:r>
                <a:rPr lang="en-US" sz="800" dirty="0"/>
                <a:t>.</a:t>
              </a:r>
            </a:p>
            <a:p>
              <a:pPr>
                <a:lnSpc>
                  <a:spcPct val="30000"/>
                </a:lnSpc>
              </a:pPr>
              <a:r>
                <a:rPr lang="en-US" sz="800" dirty="0"/>
                <a:t>.</a:t>
              </a:r>
            </a:p>
            <a:p>
              <a:pPr>
                <a:lnSpc>
                  <a:spcPct val="30000"/>
                </a:lnSpc>
              </a:pPr>
              <a:r>
                <a:rPr lang="en-US" sz="800" dirty="0"/>
                <a:t>.</a:t>
              </a:r>
            </a:p>
          </p:txBody>
        </p: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4640159-5A95-73DC-0BAA-0576A0CBE82B}"/>
              </a:ext>
            </a:extLst>
          </p:cNvPr>
          <p:cNvCxnSpPr>
            <a:cxnSpLocks/>
          </p:cNvCxnSpPr>
          <p:nvPr/>
        </p:nvCxnSpPr>
        <p:spPr>
          <a:xfrm flipH="1">
            <a:off x="1616324" y="2996004"/>
            <a:ext cx="1" cy="13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C6D303F3-1E92-88D2-D7D4-50DC6948AF36}"/>
              </a:ext>
            </a:extLst>
          </p:cNvPr>
          <p:cNvSpPr/>
          <p:nvPr/>
        </p:nvSpPr>
        <p:spPr>
          <a:xfrm>
            <a:off x="927904" y="3166506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FFFCC"/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DAB81994-1168-8F8D-638F-10BC47B0AC56}"/>
              </a:ext>
            </a:extLst>
          </p:cNvPr>
          <p:cNvSpPr/>
          <p:nvPr/>
        </p:nvSpPr>
        <p:spPr>
          <a:xfrm>
            <a:off x="1234482" y="3166506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FFFCC"/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5C14D1AE-D780-6BFC-0CF9-207B2235DCD2}"/>
              </a:ext>
            </a:extLst>
          </p:cNvPr>
          <p:cNvSpPr/>
          <p:nvPr/>
        </p:nvSpPr>
        <p:spPr>
          <a:xfrm>
            <a:off x="1991255" y="3166505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FFFCC"/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B8106486-AC00-8A4E-A0E4-2E963F7F46ED}"/>
              </a:ext>
            </a:extLst>
          </p:cNvPr>
          <p:cNvSpPr/>
          <p:nvPr/>
        </p:nvSpPr>
        <p:spPr>
          <a:xfrm>
            <a:off x="2297833" y="3166505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FFFCC"/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E882A700-9976-FB8B-BE8C-BFD223C0B18C}"/>
              </a:ext>
            </a:extLst>
          </p:cNvPr>
          <p:cNvSpPr/>
          <p:nvPr/>
        </p:nvSpPr>
        <p:spPr>
          <a:xfrm>
            <a:off x="1542372" y="3166505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FFFCC"/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1357ECAC-F2F9-7006-79D8-6C4C76FE3203}"/>
              </a:ext>
            </a:extLst>
          </p:cNvPr>
          <p:cNvSpPr/>
          <p:nvPr/>
        </p:nvSpPr>
        <p:spPr>
          <a:xfrm>
            <a:off x="1854098" y="3353470"/>
            <a:ext cx="843515" cy="227381"/>
          </a:xfrm>
          <a:prstGeom prst="roundRect">
            <a:avLst>
              <a:gd name="adj" fmla="val 18181"/>
            </a:avLst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7B786EB9-FA6E-9842-F7AD-A33F2DBE6F72}"/>
              </a:ext>
            </a:extLst>
          </p:cNvPr>
          <p:cNvSpPr/>
          <p:nvPr/>
        </p:nvSpPr>
        <p:spPr>
          <a:xfrm>
            <a:off x="587712" y="3355589"/>
            <a:ext cx="1201330" cy="21755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2175288-AAC3-5942-8F41-DDD02CCB7830}"/>
              </a:ext>
            </a:extLst>
          </p:cNvPr>
          <p:cNvSpPr txBox="1"/>
          <p:nvPr/>
        </p:nvSpPr>
        <p:spPr>
          <a:xfrm>
            <a:off x="694502" y="3323406"/>
            <a:ext cx="10107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CNN-De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c.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4F65C41-84DC-31C7-6195-69080FFE555F}"/>
              </a:ext>
            </a:extLst>
          </p:cNvPr>
          <p:cNvSpPr txBox="1"/>
          <p:nvPr/>
        </p:nvSpPr>
        <p:spPr>
          <a:xfrm>
            <a:off x="1799270" y="3328948"/>
            <a:ext cx="9349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MLP-Dec.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3AA529D-8105-4E13-6DDB-6B68369DE9AB}"/>
              </a:ext>
            </a:extLst>
          </p:cNvPr>
          <p:cNvGrpSpPr/>
          <p:nvPr/>
        </p:nvGrpSpPr>
        <p:grpSpPr>
          <a:xfrm>
            <a:off x="946406" y="847724"/>
            <a:ext cx="559157" cy="573171"/>
            <a:chOff x="2846331" y="3923113"/>
            <a:chExt cx="618592" cy="611736"/>
          </a:xfrm>
        </p:grpSpPr>
        <p:pic>
          <p:nvPicPr>
            <p:cNvPr id="93" name="Picture 92" descr="A coffee maker and a can of paint on a counter&#10;&#10;Description automatically generated">
              <a:extLst>
                <a:ext uri="{FF2B5EF4-FFF2-40B4-BE49-F238E27FC236}">
                  <a16:creationId xmlns:a16="http://schemas.microsoft.com/office/drawing/2014/main" id="{5BCFD37B-2EC0-DA7C-B042-AFA0DC68E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3383" y="3923113"/>
              <a:ext cx="511540" cy="511540"/>
            </a:xfrm>
            <a:prstGeom prst="rect">
              <a:avLst/>
            </a:prstGeom>
          </p:spPr>
        </p:pic>
        <p:pic>
          <p:nvPicPr>
            <p:cNvPr id="94" name="Picture 93" descr="A coffee maker and a can of paint on a counter&#10;&#10;Description automatically generated">
              <a:extLst>
                <a:ext uri="{FF2B5EF4-FFF2-40B4-BE49-F238E27FC236}">
                  <a16:creationId xmlns:a16="http://schemas.microsoft.com/office/drawing/2014/main" id="{0EB43793-5A13-93BD-19BD-043B6521A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99857" y="3973211"/>
              <a:ext cx="511540" cy="511540"/>
            </a:xfrm>
            <a:prstGeom prst="rect">
              <a:avLst/>
            </a:prstGeom>
          </p:spPr>
        </p:pic>
        <p:pic>
          <p:nvPicPr>
            <p:cNvPr id="95" name="Picture 94" descr="A coffee maker and a can of paint on a counter&#10;&#10;Description automatically generated">
              <a:extLst>
                <a:ext uri="{FF2B5EF4-FFF2-40B4-BE49-F238E27FC236}">
                  <a16:creationId xmlns:a16="http://schemas.microsoft.com/office/drawing/2014/main" id="{AA2BC13D-2067-D6DD-2488-142CC32361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6331" y="4023309"/>
              <a:ext cx="511540" cy="511540"/>
            </a:xfrm>
            <a:prstGeom prst="rect">
              <a:avLst/>
            </a:prstGeom>
          </p:spPr>
        </p:pic>
      </p:grp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A10D5AF-70D9-8DB0-42D0-A13D9CAFEA09}"/>
              </a:ext>
            </a:extLst>
          </p:cNvPr>
          <p:cNvCxnSpPr>
            <a:cxnSpLocks/>
          </p:cNvCxnSpPr>
          <p:nvPr/>
        </p:nvCxnSpPr>
        <p:spPr>
          <a:xfrm flipH="1">
            <a:off x="1209382" y="1428767"/>
            <a:ext cx="1" cy="13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59EA534E-0432-2203-C7E1-CC9344DF3407}"/>
              </a:ext>
            </a:extLst>
          </p:cNvPr>
          <p:cNvCxnSpPr>
            <a:cxnSpLocks/>
          </p:cNvCxnSpPr>
          <p:nvPr/>
        </p:nvCxnSpPr>
        <p:spPr>
          <a:xfrm flipH="1">
            <a:off x="2275854" y="1427708"/>
            <a:ext cx="1" cy="1379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B3C15D43-E771-A8A1-EF94-B31D0D449301}"/>
              </a:ext>
            </a:extLst>
          </p:cNvPr>
          <p:cNvSpPr txBox="1"/>
          <p:nvPr/>
        </p:nvSpPr>
        <p:spPr>
          <a:xfrm>
            <a:off x="1756214" y="1125851"/>
            <a:ext cx="1101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[∆x, ∆</a:t>
            </a:r>
            <a:r>
              <a:rPr lang="el-GR" sz="1200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,Grip]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86A410E8-E3F6-AB57-1092-3BBBF069C4C2}"/>
              </a:ext>
            </a:extLst>
          </p:cNvPr>
          <p:cNvSpPr/>
          <p:nvPr/>
        </p:nvSpPr>
        <p:spPr>
          <a:xfrm>
            <a:off x="586969" y="3672973"/>
            <a:ext cx="1201330" cy="217551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3E00244-0D1C-345C-14CF-52DE8315FBCE}"/>
              </a:ext>
            </a:extLst>
          </p:cNvPr>
          <p:cNvSpPr txBox="1"/>
          <p:nvPr/>
        </p:nvSpPr>
        <p:spPr>
          <a:xfrm>
            <a:off x="625284" y="3640790"/>
            <a:ext cx="11309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Arial" panose="020B0604020202020204" pitchFamily="34" charset="0"/>
                <a:cs typeface="Arial" panose="020B0604020202020204" pitchFamily="34" charset="0"/>
              </a:rPr>
              <a:t>Discriminator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F78DDD76-D374-4FF1-976B-05BD57C865D1}"/>
              </a:ext>
            </a:extLst>
          </p:cNvPr>
          <p:cNvSpPr/>
          <p:nvPr/>
        </p:nvSpPr>
        <p:spPr>
          <a:xfrm>
            <a:off x="3063070" y="1833414"/>
            <a:ext cx="7700818" cy="542476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Mistral 7B</a:t>
            </a:r>
            <a:endParaRPr 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DD2C034-49CC-977F-E0A5-808F20D35D74}"/>
              </a:ext>
            </a:extLst>
          </p:cNvPr>
          <p:cNvSpPr txBox="1"/>
          <p:nvPr/>
        </p:nvSpPr>
        <p:spPr>
          <a:xfrm>
            <a:off x="3119842" y="3128406"/>
            <a:ext cx="2246462" cy="9387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Task: </a:t>
            </a:r>
            <a:r>
              <a:rPr lang="en-US" sz="11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"move the silver pan …"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Scene: </a:t>
            </a:r>
            <a:r>
              <a:rPr lang="en-US" sz="11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“A robot arm stands beside a silver pan ..."</a:t>
            </a:r>
          </a:p>
          <a:p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Plan: </a:t>
            </a:r>
            <a:r>
              <a:rPr lang="en-US" sz="1100" b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“Robot arm descends towards pan; …"</a:t>
            </a:r>
            <a:endParaRPr lang="en-US" sz="1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0C0B8039-7717-CC17-3D3F-23E5A5756385}"/>
              </a:ext>
            </a:extLst>
          </p:cNvPr>
          <p:cNvSpPr/>
          <p:nvPr/>
        </p:nvSpPr>
        <p:spPr>
          <a:xfrm>
            <a:off x="3127255" y="2801159"/>
            <a:ext cx="2246461" cy="24875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Tokenizer &amp; text embed</a:t>
            </a: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6A8C7E8F-1006-CD49-8737-850FF074B9EB}"/>
              </a:ext>
            </a:extLst>
          </p:cNvPr>
          <p:cNvCxnSpPr>
            <a:cxnSpLocks/>
          </p:cNvCxnSpPr>
          <p:nvPr/>
        </p:nvCxnSpPr>
        <p:spPr>
          <a:xfrm flipV="1">
            <a:off x="4243073" y="2658954"/>
            <a:ext cx="0" cy="137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9D04FC8-2110-6A2B-DF54-E90B90EBB71D}"/>
              </a:ext>
            </a:extLst>
          </p:cNvPr>
          <p:cNvGrpSpPr/>
          <p:nvPr/>
        </p:nvGrpSpPr>
        <p:grpSpPr>
          <a:xfrm>
            <a:off x="3197120" y="2514470"/>
            <a:ext cx="2087652" cy="119801"/>
            <a:chOff x="3180494" y="2514470"/>
            <a:chExt cx="2087652" cy="119801"/>
          </a:xfrm>
        </p:grpSpPr>
        <p:sp>
          <p:nvSpPr>
            <p:cNvPr id="109" name="Rectangle: Rounded Corners 108">
              <a:extLst>
                <a:ext uri="{FF2B5EF4-FFF2-40B4-BE49-F238E27FC236}">
                  <a16:creationId xmlns:a16="http://schemas.microsoft.com/office/drawing/2014/main" id="{508CF486-5C0C-8FFA-3D84-99B35E478119}"/>
                </a:ext>
              </a:extLst>
            </p:cNvPr>
            <p:cNvSpPr/>
            <p:nvPr/>
          </p:nvSpPr>
          <p:spPr>
            <a:xfrm>
              <a:off x="3180494" y="2514998"/>
              <a:ext cx="242508" cy="11927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E3E38C26-551A-5B1D-E79B-F7A5F271F477}"/>
                </a:ext>
              </a:extLst>
            </p:cNvPr>
            <p:cNvSpPr/>
            <p:nvPr/>
          </p:nvSpPr>
          <p:spPr>
            <a:xfrm>
              <a:off x="3487072" y="2514998"/>
              <a:ext cx="242508" cy="11927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Rectangle: Rounded Corners 110">
              <a:extLst>
                <a:ext uri="{FF2B5EF4-FFF2-40B4-BE49-F238E27FC236}">
                  <a16:creationId xmlns:a16="http://schemas.microsoft.com/office/drawing/2014/main" id="{ECF1ECEA-2C8D-D569-347D-7B110C313273}"/>
                </a:ext>
              </a:extLst>
            </p:cNvPr>
            <p:cNvSpPr/>
            <p:nvPr/>
          </p:nvSpPr>
          <p:spPr>
            <a:xfrm>
              <a:off x="3793650" y="2514998"/>
              <a:ext cx="242508" cy="11927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: Rounded Corners 114">
              <a:extLst>
                <a:ext uri="{FF2B5EF4-FFF2-40B4-BE49-F238E27FC236}">
                  <a16:creationId xmlns:a16="http://schemas.microsoft.com/office/drawing/2014/main" id="{C987D687-56F5-F78C-9D33-AC2031D751AA}"/>
                </a:ext>
              </a:extLst>
            </p:cNvPr>
            <p:cNvSpPr/>
            <p:nvPr/>
          </p:nvSpPr>
          <p:spPr>
            <a:xfrm>
              <a:off x="4105904" y="2514998"/>
              <a:ext cx="242508" cy="11927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Rectangle: Rounded Corners 115">
              <a:extLst>
                <a:ext uri="{FF2B5EF4-FFF2-40B4-BE49-F238E27FC236}">
                  <a16:creationId xmlns:a16="http://schemas.microsoft.com/office/drawing/2014/main" id="{16EC2302-DF1A-B32F-1BDD-A0FB767D4E2E}"/>
                </a:ext>
              </a:extLst>
            </p:cNvPr>
            <p:cNvSpPr/>
            <p:nvPr/>
          </p:nvSpPr>
          <p:spPr>
            <a:xfrm>
              <a:off x="4412482" y="2514998"/>
              <a:ext cx="242508" cy="11927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Rectangle: Rounded Corners 116">
              <a:extLst>
                <a:ext uri="{FF2B5EF4-FFF2-40B4-BE49-F238E27FC236}">
                  <a16:creationId xmlns:a16="http://schemas.microsoft.com/office/drawing/2014/main" id="{C5972450-97D1-AAEA-1C9C-89758068451D}"/>
                </a:ext>
              </a:extLst>
            </p:cNvPr>
            <p:cNvSpPr/>
            <p:nvPr/>
          </p:nvSpPr>
          <p:spPr>
            <a:xfrm>
              <a:off x="4719060" y="2514998"/>
              <a:ext cx="242508" cy="11927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: Rounded Corners 117">
              <a:extLst>
                <a:ext uri="{FF2B5EF4-FFF2-40B4-BE49-F238E27FC236}">
                  <a16:creationId xmlns:a16="http://schemas.microsoft.com/office/drawing/2014/main" id="{5C72CA49-60A2-E473-9739-AB6E16D0B1D7}"/>
                </a:ext>
              </a:extLst>
            </p:cNvPr>
            <p:cNvSpPr/>
            <p:nvPr/>
          </p:nvSpPr>
          <p:spPr>
            <a:xfrm>
              <a:off x="5025638" y="2514470"/>
              <a:ext cx="242508" cy="119273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2DD5CED1-3D77-9748-B192-17117313F80D}"/>
              </a:ext>
            </a:extLst>
          </p:cNvPr>
          <p:cNvGrpSpPr/>
          <p:nvPr/>
        </p:nvGrpSpPr>
        <p:grpSpPr>
          <a:xfrm>
            <a:off x="5878543" y="3429000"/>
            <a:ext cx="559157" cy="573171"/>
            <a:chOff x="2846331" y="3923113"/>
            <a:chExt cx="618592" cy="611736"/>
          </a:xfrm>
        </p:grpSpPr>
        <p:pic>
          <p:nvPicPr>
            <p:cNvPr id="121" name="Picture 120" descr="A coffee maker and a can of paint on a counter&#10;&#10;Description automatically generated">
              <a:extLst>
                <a:ext uri="{FF2B5EF4-FFF2-40B4-BE49-F238E27FC236}">
                  <a16:creationId xmlns:a16="http://schemas.microsoft.com/office/drawing/2014/main" id="{F50FC0CA-B856-E6E5-B6BC-02C4818A7F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53383" y="3923113"/>
              <a:ext cx="511540" cy="511540"/>
            </a:xfrm>
            <a:prstGeom prst="rect">
              <a:avLst/>
            </a:prstGeom>
          </p:spPr>
        </p:pic>
        <p:pic>
          <p:nvPicPr>
            <p:cNvPr id="122" name="Picture 121" descr="A coffee maker and a can of paint on a counter&#10;&#10;Description automatically generated">
              <a:extLst>
                <a:ext uri="{FF2B5EF4-FFF2-40B4-BE49-F238E27FC236}">
                  <a16:creationId xmlns:a16="http://schemas.microsoft.com/office/drawing/2014/main" id="{20953FF9-AD8B-2156-5517-C45081E47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99857" y="3973211"/>
              <a:ext cx="511540" cy="511540"/>
            </a:xfrm>
            <a:prstGeom prst="rect">
              <a:avLst/>
            </a:prstGeom>
          </p:spPr>
        </p:pic>
        <p:pic>
          <p:nvPicPr>
            <p:cNvPr id="123" name="Picture 122" descr="A coffee maker and a can of paint on a counter&#10;&#10;Description automatically generated">
              <a:extLst>
                <a:ext uri="{FF2B5EF4-FFF2-40B4-BE49-F238E27FC236}">
                  <a16:creationId xmlns:a16="http://schemas.microsoft.com/office/drawing/2014/main" id="{2CDF08DA-A706-BDA8-C2A0-A4D663D2AE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6331" y="4023309"/>
              <a:ext cx="511540" cy="511540"/>
            </a:xfrm>
            <a:prstGeom prst="rect">
              <a:avLst/>
            </a:prstGeom>
          </p:spPr>
        </p:pic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4E7E0BFB-47D6-713F-9C11-02FF2E05458A}"/>
              </a:ext>
            </a:extLst>
          </p:cNvPr>
          <p:cNvSpPr txBox="1"/>
          <p:nvPr/>
        </p:nvSpPr>
        <p:spPr>
          <a:xfrm>
            <a:off x="6736093" y="3358399"/>
            <a:ext cx="11015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[∆x, ∆</a:t>
            </a:r>
            <a:r>
              <a:rPr lang="el-GR" sz="1200" dirty="0">
                <a:latin typeface="Arial" panose="020B0604020202020204" pitchFamily="34" charset="0"/>
                <a:cs typeface="Arial" panose="020B0604020202020204" pitchFamily="34" charset="0"/>
              </a:rPr>
              <a:t>θ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,Grip]</a:t>
            </a:r>
          </a:p>
        </p:txBody>
      </p: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C88652DA-49F9-CDE1-FC7E-B1048DFA1E33}"/>
              </a:ext>
            </a:extLst>
          </p:cNvPr>
          <p:cNvCxnSpPr>
            <a:cxnSpLocks/>
          </p:cNvCxnSpPr>
          <p:nvPr/>
        </p:nvCxnSpPr>
        <p:spPr>
          <a:xfrm flipV="1">
            <a:off x="6186257" y="3202254"/>
            <a:ext cx="0" cy="137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A86914A8-E786-1A42-E079-043AC87228A6}"/>
              </a:ext>
            </a:extLst>
          </p:cNvPr>
          <p:cNvCxnSpPr>
            <a:cxnSpLocks/>
          </p:cNvCxnSpPr>
          <p:nvPr/>
        </p:nvCxnSpPr>
        <p:spPr>
          <a:xfrm flipV="1">
            <a:off x="7251550" y="3202254"/>
            <a:ext cx="0" cy="137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7" name="Rectangle: Rounded Corners 126">
            <a:extLst>
              <a:ext uri="{FF2B5EF4-FFF2-40B4-BE49-F238E27FC236}">
                <a16:creationId xmlns:a16="http://schemas.microsoft.com/office/drawing/2014/main" id="{01327D54-E204-FABC-8E0F-524751BE04C1}"/>
              </a:ext>
            </a:extLst>
          </p:cNvPr>
          <p:cNvSpPr/>
          <p:nvPr/>
        </p:nvSpPr>
        <p:spPr>
          <a:xfrm rot="16200000">
            <a:off x="6378030" y="2059234"/>
            <a:ext cx="397243" cy="1871001"/>
          </a:xfrm>
          <a:prstGeom prst="roundRect">
            <a:avLst/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FFFCC"/>
              </a:gs>
            </a:gsLst>
            <a:lin ang="54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1C2A0375-6827-80FF-40BC-BD10116D835C}"/>
              </a:ext>
            </a:extLst>
          </p:cNvPr>
          <p:cNvCxnSpPr>
            <a:cxnSpLocks/>
          </p:cNvCxnSpPr>
          <p:nvPr/>
        </p:nvCxnSpPr>
        <p:spPr>
          <a:xfrm flipV="1">
            <a:off x="6192608" y="2658952"/>
            <a:ext cx="0" cy="137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9C0780E-28E1-3297-DE24-DEF24B24D209}"/>
              </a:ext>
            </a:extLst>
          </p:cNvPr>
          <p:cNvCxnSpPr>
            <a:cxnSpLocks/>
          </p:cNvCxnSpPr>
          <p:nvPr/>
        </p:nvCxnSpPr>
        <p:spPr>
          <a:xfrm flipV="1">
            <a:off x="7251550" y="2658952"/>
            <a:ext cx="0" cy="1371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9A6481E1-E57E-D681-6E06-AA0A7EFA71FE}"/>
              </a:ext>
            </a:extLst>
          </p:cNvPr>
          <p:cNvSpPr txBox="1"/>
          <p:nvPr/>
        </p:nvSpPr>
        <p:spPr>
          <a:xfrm>
            <a:off x="6016417" y="2855872"/>
            <a:ext cx="1144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Joint Encoder</a:t>
            </a: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03AD27A6-0DD7-50C9-C06A-61A56185C8D1}"/>
              </a:ext>
            </a:extLst>
          </p:cNvPr>
          <p:cNvSpPr/>
          <p:nvPr/>
        </p:nvSpPr>
        <p:spPr>
          <a:xfrm>
            <a:off x="5607283" y="2481296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FFFCC"/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1114E316-6F60-1C4A-CA32-673ECA261F12}"/>
              </a:ext>
            </a:extLst>
          </p:cNvPr>
          <p:cNvSpPr/>
          <p:nvPr/>
        </p:nvSpPr>
        <p:spPr>
          <a:xfrm>
            <a:off x="5913861" y="2481296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FFFCC"/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ECF060ED-79FF-79E9-A4ED-B9E214BA02E3}"/>
              </a:ext>
            </a:extLst>
          </p:cNvPr>
          <p:cNvSpPr/>
          <p:nvPr/>
        </p:nvSpPr>
        <p:spPr>
          <a:xfrm>
            <a:off x="6220439" y="2481296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FFFCC"/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E83EFFE0-C9D6-0E18-177E-687DFA1BC3E7}"/>
              </a:ext>
            </a:extLst>
          </p:cNvPr>
          <p:cNvSpPr/>
          <p:nvPr/>
        </p:nvSpPr>
        <p:spPr>
          <a:xfrm>
            <a:off x="6977212" y="2481295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FFFCC"/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1D78384B-739B-4A76-F1DB-2B97BFAC310D}"/>
              </a:ext>
            </a:extLst>
          </p:cNvPr>
          <p:cNvSpPr/>
          <p:nvPr/>
        </p:nvSpPr>
        <p:spPr>
          <a:xfrm>
            <a:off x="7283790" y="2481295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FFFCC"/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750112C8-A766-894D-E53B-012C4FD5C789}"/>
              </a:ext>
            </a:extLst>
          </p:cNvPr>
          <p:cNvSpPr/>
          <p:nvPr/>
        </p:nvSpPr>
        <p:spPr>
          <a:xfrm>
            <a:off x="6528329" y="2481295"/>
            <a:ext cx="242508" cy="119273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rgbClr val="FFFFCC"/>
              </a:gs>
            </a:gsLst>
            <a:lin ang="0" scaled="0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288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2874</TotalTime>
  <Words>88</Words>
  <Application>Microsoft Office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Shaofan Sun (FESCO Adecco Human Resources)</dc:creator>
  <cp:lastModifiedBy>Shaofan Sun (FESCO Adecco Human Resources)</cp:lastModifiedBy>
  <cp:revision>2</cp:revision>
  <dcterms:created xsi:type="dcterms:W3CDTF">2024-07-25T08:21:51Z</dcterms:created>
  <dcterms:modified xsi:type="dcterms:W3CDTF">2024-08-09T02:45:22Z</dcterms:modified>
</cp:coreProperties>
</file>